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Table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097280"/>
          <a:ext cx="685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4169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Alice 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Bob 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Carol Williams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Leave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