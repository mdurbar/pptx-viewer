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33333"/>
                </a:solidFill>
              </a:rPr>
              <a:t>Text Formatting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/>
              <a:t>Bold </a:t>
            </a:r>
            <a:r>
              <a:rPr i="1" sz="1800"/>
              <a:t>Italic </a:t>
            </a:r>
            <a:r>
              <a:rPr u="sng" sz="1800"/>
              <a:t>Underline </a:t>
            </a:r>
            <a:r>
              <a:rPr sz="1800"/>
              <a:t>Strikethrough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0000"/>
                </a:solidFill>
              </a:rPr>
              <a:t>Red </a:t>
            </a:r>
            <a:r>
              <a:rPr sz="1800">
                <a:solidFill>
                  <a:srgbClr val="008000"/>
                </a:solidFill>
              </a:rPr>
              <a:t>Green </a:t>
            </a:r>
            <a:r>
              <a:rPr sz="1800">
                <a:solidFill>
                  <a:srgbClr val="0000FF"/>
                </a:solidFill>
              </a:rPr>
              <a:t>Blue </a:t>
            </a:r>
            <a:r>
              <a:rPr sz="1800">
                <a:solidFill>
                  <a:srgbClr val="FFA500"/>
                </a:solidFill>
              </a:rPr>
              <a:t>Orange </a:t>
            </a:r>
            <a:r>
              <a:rPr sz="1800">
                <a:solidFill>
                  <a:srgbClr val="800080"/>
                </a:solidFill>
              </a:rPr>
              <a:t>Purple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12pt </a:t>
            </a:r>
            <a:r>
              <a:rPr sz="1800"/>
              <a:t>18pt </a:t>
            </a:r>
            <a:r>
              <a:rPr sz="2400"/>
              <a:t>24pt </a:t>
            </a:r>
            <a:r>
              <a:rPr sz="3600"/>
              <a:t>36pt </a:t>
            </a:r>
            <a:r>
              <a:rPr sz="4800"/>
              <a:t>48pt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First bullet item</a:t>
            </a:r>
          </a:p>
          <a:p>
            <a:pPr>
              <a:defRPr sz="1600"/>
            </a:pPr>
            <a:r>
              <a:t>Second bullet item</a:t>
            </a:r>
          </a:p>
          <a:p>
            <a:pPr>
              <a:defRPr sz="1600"/>
            </a:pPr>
            <a:r>
              <a:t>Third bullet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4747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First numbered item</a:t>
            </a:r>
          </a:p>
          <a:p>
            <a:pPr>
              <a:defRPr sz="1600"/>
            </a:pPr>
            <a:r>
              <a:t>2. Second numbered item</a:t>
            </a:r>
          </a:p>
          <a:p>
            <a:pPr>
              <a:defRPr sz="1600"/>
            </a:pPr>
            <a:r>
              <a:t>3. Third numbered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