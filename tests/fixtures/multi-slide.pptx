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Multi-Slide Presentation</a:t>
            </a:r>
          </a:p>
          <a:p>
            <a:pPr algn="ctr">
              <a:defRPr sz="2400"/>
            </a:pPr>
            <a:r>
              <a:t>Testing slide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2: Content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1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1828800"/>
            <a:ext cx="2743200" cy="1828800"/>
          </a:xfrm>
          <a:prstGeom prst="ellipse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3: Final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This is the final slide of the presentation. It contains text content to verify multi-slide navigation works correctly.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