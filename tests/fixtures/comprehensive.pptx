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A1A2E"/>
                </a:solidFill>
              </a:defRPr>
            </a:pPr>
            <a:r>
              <a:t>Comprehensive Feature Test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914400"/>
            <a:ext cx="1645920" cy="1097280"/>
          </a:xfrm>
          <a:prstGeom prst="rect">
            <a:avLst/>
          </a:prstGeom>
          <a:solidFill>
            <a:srgbClr val="4169E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/>
            </a:pPr>
            <a:r>
              <a:t>Rect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103120" y="914400"/>
            <a:ext cx="1645920" cy="1097280"/>
          </a:xfrm>
          <a:prstGeom prst="roundRect">
            <a:avLst/>
          </a:prstGeom>
          <a:solidFill>
            <a:srgbClr val="32CD3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/>
            </a:pPr>
            <a:r>
              <a:t>Round</a:t>
            </a:r>
          </a:p>
        </p:txBody>
      </p:sp>
      <p:sp>
        <p:nvSpPr>
          <p:cNvPr id="5" name="Oval 4"/>
          <p:cNvSpPr/>
          <p:nvPr/>
        </p:nvSpPr>
        <p:spPr>
          <a:xfrm>
            <a:off x="3931920" y="914400"/>
            <a:ext cx="1645920" cy="1097280"/>
          </a:xfrm>
          <a:prstGeom prst="ellipse">
            <a:avLst/>
          </a:prstGeom>
          <a:solidFill>
            <a:srgbClr val="FF69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/>
            </a:pPr>
            <a:r>
              <a:t>Oval</a:t>
            </a:r>
          </a:p>
        </p:txBody>
      </p:sp>
      <p:sp>
        <p:nvSpPr>
          <p:cNvPr id="6" name="Diamond 5"/>
          <p:cNvSpPr/>
          <p:nvPr/>
        </p:nvSpPr>
        <p:spPr>
          <a:xfrm>
            <a:off x="5760720" y="914400"/>
            <a:ext cx="1645920" cy="1097280"/>
          </a:xfrm>
          <a:prstGeom prst="diamond">
            <a:avLst/>
          </a:prstGeom>
          <a:solidFill>
            <a:srgbClr val="FFA5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/>
            </a:pPr>
            <a:r>
              <a:t>Diamond</a:t>
            </a:r>
          </a:p>
        </p:txBody>
      </p:sp>
      <p:sp>
        <p:nvSpPr>
          <p:cNvPr id="7" name="5-Point Star 6"/>
          <p:cNvSpPr/>
          <p:nvPr/>
        </p:nvSpPr>
        <p:spPr>
          <a:xfrm>
            <a:off x="7406640" y="914400"/>
            <a:ext cx="1463040" cy="1097280"/>
          </a:xfrm>
          <a:prstGeom prst="star5">
            <a:avLst/>
          </a:prstGeom>
          <a:solidFill>
            <a:srgbClr val="FFD7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/>
            </a:pPr>
            <a:r>
              <a:t>Star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74320" y="2286000"/>
            <a:ext cx="1828800" cy="731520"/>
          </a:xfrm>
          <a:prstGeom prst="rightArrow">
            <a:avLst/>
          </a:prstGeom>
          <a:solidFill>
            <a:srgbClr val="00808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Left Arrow 8"/>
          <p:cNvSpPr/>
          <p:nvPr/>
        </p:nvSpPr>
        <p:spPr>
          <a:xfrm>
            <a:off x="2286000" y="2286000"/>
            <a:ext cx="1828800" cy="731520"/>
          </a:xfrm>
          <a:prstGeom prst="leftArrow">
            <a:avLst/>
          </a:prstGeom>
          <a:solidFill>
            <a:srgbClr val="80008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hevron 9"/>
          <p:cNvSpPr/>
          <p:nvPr/>
        </p:nvSpPr>
        <p:spPr>
          <a:xfrm>
            <a:off x="4297680" y="2286000"/>
            <a:ext cx="1828800" cy="731520"/>
          </a:xfrm>
          <a:prstGeom prst="chevron">
            <a:avLst/>
          </a:prstGeom>
          <a:solidFill>
            <a:srgbClr val="DC143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Hexagon 10"/>
          <p:cNvSpPr/>
          <p:nvPr/>
        </p:nvSpPr>
        <p:spPr>
          <a:xfrm>
            <a:off x="6309360" y="2194560"/>
            <a:ext cx="1280160" cy="914400"/>
          </a:xfrm>
          <a:prstGeom prst="hexagon">
            <a:avLst/>
          </a:prstGeom>
          <a:solidFill>
            <a:srgbClr val="4B008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Heart 11"/>
          <p:cNvSpPr/>
          <p:nvPr/>
        </p:nvSpPr>
        <p:spPr>
          <a:xfrm>
            <a:off x="7772400" y="2194560"/>
            <a:ext cx="1097280" cy="914400"/>
          </a:xfrm>
          <a:prstGeom prst="heart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329184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/>
              <a:t>Bold </a:t>
            </a:r>
            <a:r>
              <a:rPr i="1" sz="1400"/>
              <a:t>Italic </a:t>
            </a:r>
            <a:r>
              <a:rPr u="sng" sz="1400"/>
              <a:t>Underline </a:t>
            </a:r>
            <a:r>
              <a:rPr sz="1400">
                <a:solidFill>
                  <a:srgbClr val="FF0000"/>
                </a:solidFill>
              </a:rPr>
              <a:t>Color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0" y="3291840"/>
            <a:ext cx="4114800" cy="1097280"/>
          </a:xfrm>
          <a:prstGeom prst="roundRect">
            <a:avLst/>
          </a:prstGeom>
          <a:gradFill rotWithShape="1">
            <a:gsLst>
              <a:gs pos="0">
                <a:srgbClr val="6600FF"/>
              </a:gs>
              <a:gs pos="100000">
                <a:srgbClr val="00FFFF"/>
              </a:gs>
            </a:gsLst>
            <a:lin scaled="0" ang="1890000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Gradient Fill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274320" y="4754880"/>
          <a:ext cx="45720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/>
                <a:gridCol w="1524000"/>
                <a:gridCol w="1524000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Column A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Column B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Column C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Value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Value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Value 3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5029200" y="475488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• First item</a:t>
            </a:r>
          </a:p>
          <a:p>
            <a:pPr>
              <a:defRPr sz="1200"/>
            </a:pPr>
            <a:r>
              <a:t>• Second item</a:t>
            </a:r>
          </a:p>
          <a:p>
            <a:pPr>
              <a:defRPr sz="1200"/>
            </a:pPr>
            <a:r>
              <a:t>• Third item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