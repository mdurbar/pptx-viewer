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Image test - add images manually or use a sample image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