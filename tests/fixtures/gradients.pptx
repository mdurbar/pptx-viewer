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2743200" cy="182880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0000FF"/>
              </a:gs>
            </a:gsLst>
            <a:lin scaled="0" ang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Linear H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457200"/>
            <a:ext cx="2743200" cy="1828800"/>
          </a:xfrm>
          <a:prstGeom prst="rect">
            <a:avLst/>
          </a:prstGeom>
          <a:gradFill rotWithShape="1">
            <a:gsLst>
              <a:gs pos="0">
                <a:srgbClr val="00FF00"/>
              </a:gs>
              <a:gs pos="100000">
                <a:srgbClr val="FFFF00"/>
              </a:gs>
            </a:gsLst>
            <a:lin scaled="0" ang="162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Linear V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743200"/>
            <a:ext cx="2743200" cy="1828800"/>
          </a:xfrm>
          <a:prstGeom prst="rect">
            <a:avLst/>
          </a:prstGeom>
          <a:gradFill rotWithShape="1">
            <a:gsLst>
              <a:gs pos="0">
                <a:srgbClr val="800080"/>
              </a:gs>
              <a:gs pos="100000">
                <a:srgbClr val="FFA500"/>
              </a:gs>
            </a:gsLst>
            <a:lin scaled="0" ang="189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Diagonal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2743200"/>
            <a:ext cx="2743200" cy="1828800"/>
          </a:xfrm>
          <a:prstGeom prst="roundRect">
            <a:avLst/>
          </a:prstGeom>
          <a:gradFill rotWithShape="1">
            <a:gsLst>
              <a:gs pos="0">
                <a:srgbClr val="008080"/>
              </a:gs>
              <a:gs pos="100000">
                <a:srgbClr val="FF69B4"/>
              </a:gs>
            </a:gsLst>
            <a:lin scaled="0" ang="135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Rounded Gradient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