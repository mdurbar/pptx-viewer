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828800" cy="914400"/>
          </a:xfrm>
          <a:prstGeom prst="rect">
            <a:avLst/>
          </a:prstGeom>
          <a:solidFill>
            <a:srgbClr val="4169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Rectangle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457200"/>
            <a:ext cx="1828800" cy="914400"/>
          </a:xfrm>
          <a:prstGeom prst="roundRect">
            <a:avLst/>
          </a:prstGeom>
          <a:solidFill>
            <a:srgbClr val="32CD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Rounded Rect</a:t>
            </a:r>
          </a:p>
        </p:txBody>
      </p:sp>
      <p:sp>
        <p:nvSpPr>
          <p:cNvPr id="4" name="Oval 3"/>
          <p:cNvSpPr/>
          <p:nvPr/>
        </p:nvSpPr>
        <p:spPr>
          <a:xfrm>
            <a:off x="5029200" y="457200"/>
            <a:ext cx="1828800" cy="914400"/>
          </a:xfrm>
          <a:prstGeom prst="ellipse">
            <a:avLst/>
          </a:prstGeom>
          <a:solidFill>
            <a:srgbClr val="FF69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Ellipse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457200" y="1828800"/>
            <a:ext cx="1828800" cy="1371600"/>
          </a:xfrm>
          <a:prstGeom prst="triangle">
            <a:avLst/>
          </a:prstGeom>
          <a:solidFill>
            <a:srgbClr val="FFA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2743200" y="1828800"/>
            <a:ext cx="1828800" cy="1371600"/>
          </a:xfrm>
          <a:prstGeom prst="diamond">
            <a:avLst/>
          </a:prstGeom>
          <a:solidFill>
            <a:srgbClr val="9400D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5029200" y="1828800"/>
            <a:ext cx="1828800" cy="1371600"/>
          </a:xfrm>
          <a:prstGeom prst="star5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457200" y="3657600"/>
            <a:ext cx="2286000" cy="914400"/>
          </a:xfrm>
          <a:prstGeom prst="rightArrow">
            <a:avLst/>
          </a:prstGeom>
          <a:solidFill>
            <a:srgbClr val="0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art 8"/>
          <p:cNvSpPr/>
          <p:nvPr/>
        </p:nvSpPr>
        <p:spPr>
          <a:xfrm>
            <a:off x="3200400" y="3657600"/>
            <a:ext cx="1371600" cy="1371600"/>
          </a:xfrm>
          <a:prstGeom prst="hear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loud 9"/>
          <p:cNvSpPr/>
          <p:nvPr/>
        </p:nvSpPr>
        <p:spPr>
          <a:xfrm>
            <a:off x="5029200" y="3657600"/>
            <a:ext cx="2286000" cy="1371600"/>
          </a:xfrm>
          <a:prstGeom prst="cloud">
            <a:avLst/>
          </a:prstGeom>
          <a:solidFill>
            <a:srgbClr val="87CE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